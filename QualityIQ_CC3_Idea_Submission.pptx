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Manufacturing visual inspection is broken because traditional computer vision treats quality as a binary classification problem. QualityIQ bridges the gap between raw perceptual evidence and operational decision-making, accounting for optical reality and defect criticality.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Instead of a simple camera-to-dashboard pipeline, QualityIQ implements a closed-loop decision system. It guards model input with a classical quality gate, scores anomalies with PatchCore, and routes outputs to four distinct 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four flagship capabilities map directly to real factory failure modes. From filtering blurry frames before they hit the model, to providing statistical root-cause advice before entire batches are ruined.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execution architecture handles physical conveyor realities. When an image is degraded, our adaptive recovery loop intercepts it immediately rather than producing a false reject. Decisions travel directly to physical actuators.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tech stack prioritizes low-latency edge determinism. Exporting PyTorch backbones to ONNX Runtime allows 40ms CPU execution directly on industrial PCs without requiring expensive server-grade GPUs.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are strictly honest about our current progress: the architecture, rules, and interface specifications are complete, while model training and full API wiring are actively being built during the hackathon.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roadmap moves from hackathon proof-of-concept to pilot deployment and multi-plant scaling. In Phase 2, we connect directly to industrial PLCs and expand beyond MVTec AD benchmark categories.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repository contains complete reproduction steps, Docker compose scripts, evaluation benchmarks, and full open-source documentation.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2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97280"/>
            <a:ext cx="109728" cy="46634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ATMIYA UNIVERSITY · RAJKOT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961120" y="4572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RIT  |  ADSC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ATMIYA DEVELOPER STUDENTS CLUB PRESENTS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CARNIVAL 3.0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QualityIQ: Adaptive Industrial Quality Intelligence Platform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"Don't just detect defects. Decide quality, recover from bad inspections, and explain what is happening on the line."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4023360"/>
            <a:ext cx="3291840" cy="960120"/>
          </a:xfrm>
          <a:prstGeom prst="roundRect">
            <a:avLst>
              <a:gd name="adj" fmla="val 7619"/>
            </a:avLst>
          </a:prstGeom>
          <a:solidFill>
            <a:srgbClr val="1A1C20"/>
          </a:solidFill>
          <a:ln w="12700">
            <a:solidFill>
              <a:srgbClr val="2A2D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13308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53935"/>
                </a:solidFill>
              </a:rPr>
              <a:t>TEAM NAME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440740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[Your team name]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97680" y="4023360"/>
            <a:ext cx="3291840" cy="960120"/>
          </a:xfrm>
          <a:prstGeom prst="roundRect">
            <a:avLst>
              <a:gd name="adj" fmla="val 7619"/>
            </a:avLst>
          </a:prstGeom>
          <a:solidFill>
            <a:srgbClr val="1A1C20"/>
          </a:solidFill>
          <a:ln w="12700">
            <a:solidFill>
              <a:srgbClr val="2A2D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413308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53935"/>
                </a:solidFill>
              </a:rPr>
              <a:t>TEAM ID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480560" y="440740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[ID from the ADSC portal]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863840" y="4023360"/>
            <a:ext cx="3566160" cy="960120"/>
          </a:xfrm>
          <a:prstGeom prst="roundRect">
            <a:avLst>
              <a:gd name="adj" fmla="val 7619"/>
            </a:avLst>
          </a:prstGeom>
          <a:solidFill>
            <a:srgbClr val="1A1C20"/>
          </a:solidFill>
          <a:ln w="12700">
            <a:solidFill>
              <a:srgbClr val="2A2D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413308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53935"/>
                </a:solidFill>
              </a:rPr>
              <a:t>TEAM LEADER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46720" y="440740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[Full name]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5166360"/>
            <a:ext cx="6858000" cy="960120"/>
          </a:xfrm>
          <a:prstGeom prst="roundRect">
            <a:avLst>
              <a:gd name="adj" fmla="val 7619"/>
            </a:avLst>
          </a:prstGeom>
          <a:solidFill>
            <a:srgbClr val="1A1C20"/>
          </a:solidFill>
          <a:ln w="12700">
            <a:solidFill>
              <a:srgbClr val="2A2D3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276088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53935"/>
                </a:solidFill>
              </a:rPr>
              <a:t>PROBLEM STATEMENT TITLE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14400" y="555040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Industrial Visual Quality Inspection with AI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863840" y="5166360"/>
            <a:ext cx="3566160" cy="960120"/>
          </a:xfrm>
          <a:prstGeom prst="roundRect">
            <a:avLst>
              <a:gd name="adj" fmla="val 7619"/>
            </a:avLst>
          </a:prstGeom>
          <a:solidFill>
            <a:srgbClr val="1A1C20"/>
          </a:solidFill>
          <a:ln w="12700">
            <a:solidFill>
              <a:srgbClr val="2A2D3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527608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53935"/>
                </a:solidFill>
              </a:rPr>
              <a:t>THEME / TRACK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046720" y="555040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 and Computer Vision / Smart Manufacturing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112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ATMIYA UNIVERSITY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112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RAJKOT, GUJARAT (INDIA)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961120" y="3657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RIT   |   ADSC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1091672" cy="0"/>
          </a:xfrm>
          <a:prstGeom prst="line">
            <a:avLst/>
          </a:prstGeom>
          <a:noFill/>
          <a:ln w="25400">
            <a:solidFill>
              <a:srgbClr val="C628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THE TARGET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2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&amp; UNDERSTANDING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Carnival 3.0 · ADSC, Atmiya University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0" y="6400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[TEAM NAME]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1945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2743200"/>
            <a:ext cx="48463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800" dirty="0">
                <a:solidFill>
                  <a:srgbClr val="11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defects, missing parts, and orientation errors bypass manual QC
</a:t>
            </a:r>
            <a:endParaRPr lang="en-US" sz="18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800" dirty="0">
                <a:solidFill>
                  <a:srgbClr val="11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line speeds cause severe operator fatigue, missed flaws, and scrap waste
</a:t>
            </a:r>
            <a:endParaRPr lang="en-US" sz="18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800" dirty="0">
                <a:solidFill>
                  <a:srgbClr val="11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parts, glare, and vibration trigger false rejects in naive AI detectors
</a:t>
            </a:r>
            <a:endParaRPr lang="en-US" sz="18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800" dirty="0">
                <a:solidFill>
                  <a:srgbClr val="11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impacts manufacturing plant managers, QC inspectors, and assembly lines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217920" y="196596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1945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UNDERSTANDING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2743200"/>
            <a:ext cx="48463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800" dirty="0">
                <a:solidFill>
                  <a:srgbClr val="11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Factory vision needs decisions and recovery, not just raw detection
</a:t>
            </a:r>
            <a:endParaRPr lang="en-US" sz="18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800" dirty="0">
                <a:solidFill>
                  <a:srgbClr val="11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gap: Binary bounding-box models fail on blurred frames and unseen defects
</a:t>
            </a:r>
            <a:endParaRPr lang="en-US" sz="18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800" dirty="0">
                <a:solidFill>
                  <a:srgbClr val="11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zones matter: A scuff on a case is cosmetic; a bent lead shorts the board
</a:t>
            </a:r>
            <a:endParaRPr lang="en-US" sz="18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800" dirty="0">
                <a:solidFill>
                  <a:srgbClr val="11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now: Edge AI inference now enables sub-50ms closed-loop decisions on lines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112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ATMIYA UNIVERSITY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112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RAJKOT, GUJARAT (INDIA)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961120" y="3657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RIT   |   ADSC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1091672" cy="0"/>
          </a:xfrm>
          <a:prstGeom prst="line">
            <a:avLst/>
          </a:prstGeom>
          <a:noFill/>
          <a:ln w="25400">
            <a:solidFill>
              <a:srgbClr val="C628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THE PLAN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2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Carnival 3.0 · ADSC, Atmiya University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0" y="6400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[TEAM NAME]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1945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IDEA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2743200"/>
            <a:ext cx="47548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800" dirty="0">
                <a:solidFill>
                  <a:srgbClr val="11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 architecture: Perception -&gt; Decision Engine -&gt; Quality Intelligence
</a:t>
            </a:r>
            <a:endParaRPr lang="en-US" sz="18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800" dirty="0">
                <a:solidFill>
                  <a:srgbClr val="11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optical Quality Gate filters blur, glare, and exposure before inference
</a:t>
            </a:r>
            <a:endParaRPr lang="en-US" sz="18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800" dirty="0">
                <a:solidFill>
                  <a:srgbClr val="11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multi-camera Recovery Loop re-inspects flawed frames before decision
</a:t>
            </a:r>
            <a:endParaRPr lang="en-US" sz="18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800" dirty="0">
                <a:solidFill>
                  <a:srgbClr val="11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4-state verdict: PASS, REJECT, REVIEW, and UNINSPECTABLE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126480" y="196596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21488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2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LAYERS, ONE CLOSED LOOP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0" y="2560320"/>
            <a:ext cx="4937760" cy="82296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26517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</a:rPr>
              <a:t>1. PERCEPTION LAYER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0" y="28803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215"/>
                </a:solidFill>
              </a:rPr>
              <a:t>OpenCV Quality Gate (Blur/Glare) · PatchCore Anomaly Heatmap · Defect Typer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0" y="3566160"/>
            <a:ext cx="4937760" cy="822960"/>
          </a:xfrm>
          <a:prstGeom prst="roundRect">
            <a:avLst>
              <a:gd name="adj" fmla="val 6667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3657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</a:rPr>
              <a:t>2. DECISION LAYER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0" y="38862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215"/>
                </a:solidFill>
              </a:rPr>
              <a:t>Profile Rules · Safety-Critical Zones · Severity Multiplier · Multi-Camera Recovery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0" y="4572000"/>
            <a:ext cx="4937760" cy="777240"/>
          </a:xfrm>
          <a:prstGeom prst="round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46634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215"/>
                </a:solidFill>
              </a:rPr>
              <a:t>3. INTELLIGENCE &amp; ACTION LAYER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0" y="4892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CUSUM Early Warning · Contributing-Factor Lift · Retraining Candidate Pool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0" y="5532120"/>
            <a:ext cx="1143000" cy="411480"/>
          </a:xfrm>
          <a:prstGeom prst="roundRect">
            <a:avLst>
              <a:gd name="adj" fmla="val 8889"/>
            </a:avLst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560527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</a:rPr>
              <a:t>PASS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662672" y="5532120"/>
            <a:ext cx="1143000" cy="411480"/>
          </a:xfrm>
          <a:prstGeom prst="roundRect">
            <a:avLst>
              <a:gd name="adj" fmla="val 8889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62672" y="560527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REJECT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924544" y="5532120"/>
            <a:ext cx="1143000" cy="411480"/>
          </a:xfrm>
          <a:prstGeom prst="roundRect">
            <a:avLst>
              <a:gd name="adj" fmla="val 8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24544" y="560527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REVIEW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186416" y="5532120"/>
            <a:ext cx="1143000" cy="411480"/>
          </a:xfrm>
          <a:prstGeom prst="roundRect">
            <a:avLst>
              <a:gd name="adj" fmla="val 8889"/>
            </a:avLst>
          </a:prstGeom>
          <a:solidFill>
            <a:srgbClr val="F1F5F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186416" y="560527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</a:rPr>
              <a:t>UNINSPECT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112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ATMIYA UNIVERSITY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112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RAJKOT, GUJARAT (INDIA)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961120" y="3657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RIT   |   ADSC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1091672" cy="0"/>
          </a:xfrm>
          <a:prstGeom prst="line">
            <a:avLst/>
          </a:prstGeom>
          <a:noFill/>
          <a:ln w="25400">
            <a:solidFill>
              <a:srgbClr val="C628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THE ARSENAL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2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 / FUNCTIONALITY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Carnival 3.0 · ADSC, Atmiya University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0" y="6400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[TEAM NAME]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1488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63040" y="216712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2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Gate &amp; Recovery Loop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2651760"/>
            <a:ext cx="4846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11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Pre-inference OpenCV validation checks blur, glare, and exposure. Automatically engages CAM-02/03 adaptive optical recovery before failing.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196596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1488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132320" y="216712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2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Four-State Decision Engine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0" y="2651760"/>
            <a:ext cx="4846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11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binary pass/fail with PASS, REJECT, REVIEW, and UNINSPECTABLE. Evaluates safety-critical zones to escalate severity accurately.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48640" y="416052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3434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463040" y="436168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2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PatchCore Multi-Defect Vision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" y="4846320"/>
            <a:ext cx="4846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11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Sub-50ms CPU inference using WideResNet-50 memory banks. Generates pixel saliency heatmaps and prototype-based defect classification.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217920" y="416052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43434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132320" y="436168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2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Warning &amp; Root-Cause Actions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92240" y="4846320"/>
            <a:ext cx="4846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11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CUSUM change-point tracking detects machine tool wear before scrap limits breach. Computes factor lift across machines and batches.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112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ATMIYA UNIVERSITY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112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RAJKOT, GUJARAT (INDIA)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961120" y="3657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RIT   |   ADSC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1091672" cy="0"/>
          </a:xfrm>
          <a:prstGeom prst="line">
            <a:avLst/>
          </a:prstGeom>
          <a:noFill/>
          <a:ln w="25400">
            <a:solidFill>
              <a:srgbClr val="C628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THE EXECUTION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2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SOLUTION WILL WORK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Carnival 3.0 · ADSC, Atmiya University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0" y="6400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[TEAM NAME]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2606040" cy="1234440"/>
          </a:xfrm>
          <a:prstGeom prst="roundRect">
            <a:avLst>
              <a:gd name="adj" fmla="val 4444"/>
            </a:avLst>
          </a:prstGeom>
          <a:solidFill>
            <a:srgbClr val="1A1C2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0312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3935"/>
                </a:solidFill>
              </a:rPr>
              <a:t>STEP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235000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Capture Image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26517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0D0"/>
                </a:solidFill>
              </a:rPr>
              <a:t>High-speed optical sensor capture on moving conveyor line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74136" y="1965960"/>
            <a:ext cx="2606040" cy="1234440"/>
          </a:xfrm>
          <a:prstGeom prst="roundRect">
            <a:avLst>
              <a:gd name="adj" fmla="val 4444"/>
            </a:avLst>
          </a:prstGeom>
          <a:solidFill>
            <a:srgbClr val="1A1C20"/>
          </a:solidFill>
          <a:ln/>
        </p:spPr>
      </p:sp>
      <p:sp>
        <p:nvSpPr>
          <p:cNvPr id="14" name="Text 12"/>
          <p:cNvSpPr/>
          <p:nvPr/>
        </p:nvSpPr>
        <p:spPr>
          <a:xfrm>
            <a:off x="3557016" y="210312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3935"/>
                </a:solidFill>
              </a:rPr>
              <a:t>STEP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57016" y="235000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Quality Gate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57016" y="26517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0D0"/>
                </a:solidFill>
              </a:rPr>
              <a:t>Laplacian variance &amp; exposure check filters bad frames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99632" y="1965960"/>
            <a:ext cx="2606040" cy="1234440"/>
          </a:xfrm>
          <a:prstGeom prst="roundRect">
            <a:avLst>
              <a:gd name="adj" fmla="val 4444"/>
            </a:avLst>
          </a:prstGeom>
          <a:solidFill>
            <a:srgbClr val="1A1C20"/>
          </a:solidFill>
          <a:ln/>
        </p:spPr>
      </p:sp>
      <p:sp>
        <p:nvSpPr>
          <p:cNvPr id="18" name="Text 16"/>
          <p:cNvSpPr/>
          <p:nvPr/>
        </p:nvSpPr>
        <p:spPr>
          <a:xfrm>
            <a:off x="6382512" y="210312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3935"/>
                </a:solidFill>
              </a:rPr>
              <a:t>STEP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82512" y="235000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Vision &amp; Decision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82512" y="26517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0D0"/>
                </a:solidFill>
              </a:rPr>
              <a:t>PatchCore anomaly scoring + critical-zone severity logic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025128" y="1965960"/>
            <a:ext cx="2606040" cy="1234440"/>
          </a:xfrm>
          <a:prstGeom prst="roundRect">
            <a:avLst>
              <a:gd name="adj" fmla="val 4444"/>
            </a:avLst>
          </a:prstGeom>
          <a:solidFill>
            <a:srgbClr val="1A1C20"/>
          </a:solidFill>
          <a:ln/>
        </p:spPr>
      </p:sp>
      <p:sp>
        <p:nvSpPr>
          <p:cNvPr id="22" name="Text 20"/>
          <p:cNvSpPr/>
          <p:nvPr/>
        </p:nvSpPr>
        <p:spPr>
          <a:xfrm>
            <a:off x="9208008" y="210312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3935"/>
                </a:solidFill>
              </a:rPr>
              <a:t>STEP 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208008" y="235000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Verdict &amp; Action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208008" y="26517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0D0"/>
                </a:solidFill>
              </a:rPr>
              <a:t>4-state verdict triggers pneumatic pusher or QC buffer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3429000"/>
            <a:ext cx="11091672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36118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PIPELINE &amp; ADAPTIVE RECOVERY ARCHITECTURE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22960" y="4069080"/>
            <a:ext cx="1645920" cy="731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4206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Conveyor Ingestion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Trigger Sensor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514600" y="42976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6666"/>
                </a:solidFill>
              </a:rPr>
              <a:t>-&gt;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2926080" y="3977640"/>
            <a:ext cx="1645920" cy="914400"/>
          </a:xfrm>
          <a:prstGeom prst="diamond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26080" y="423367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215"/>
                </a:solidFill>
              </a:rPr>
              <a:t>Quality Gate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11215"/>
                </a:solidFill>
              </a:rPr>
              <a:t>Pass?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108960" y="507492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62828"/>
                </a:solidFill>
              </a:rPr>
              <a:t>Unreliable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651760" y="5303520"/>
            <a:ext cx="2194560" cy="6858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53949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62828"/>
                </a:solidFill>
              </a:rPr>
              <a:t>Adaptive Recovery Loop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C62828"/>
                </a:solidFill>
              </a:rPr>
              <a:t>CAM-02/03 Re-inspect (Max 2x)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617720" y="42062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803D"/>
                </a:solidFill>
              </a:rPr>
              <a:t>Passed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120640" y="4069080"/>
            <a:ext cx="1828800" cy="7315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20640" y="4206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</a:rPr>
              <a:t>PatchCore Inference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</a:rPr>
              <a:t>Memory Bank (kNN)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995160" y="42976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6666"/>
                </a:solidFill>
              </a:rPr>
              <a:t>-&gt;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406640" y="4069080"/>
            <a:ext cx="1828800" cy="7315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06640" y="4206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</a:rPr>
              <a:t>Decision Engine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</a:rPr>
              <a:t>Rules &amp; Critical Zones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281160" y="42976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6666"/>
                </a:solidFill>
              </a:rPr>
              <a:t>-&gt;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9692640" y="4069080"/>
            <a:ext cx="1645920" cy="73152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92640" y="4206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803D"/>
                </a:solidFill>
              </a:rPr>
              <a:t>Pneumatic Ejector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5803D"/>
                </a:solidFill>
              </a:rPr>
              <a:t>&lt;120ms Action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120640" y="544068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Feedback Loop: All serialized records feed CUSUM change-point tracking &amp; retraining candidate buffer.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112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ATMIYA UNIVERSITY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112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RAJKOT, GUJARAT (INDIA)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961120" y="3657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RIT   |   ADSC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1091672" cy="0"/>
          </a:xfrm>
          <a:prstGeom prst="line">
            <a:avLst/>
          </a:prstGeom>
          <a:noFill/>
          <a:ln w="25400">
            <a:solidFill>
              <a:srgbClr val="C628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THE GEAR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2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/ TECH STACK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Carnival 3.0 · ADSC, Atmiya University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0" y="6400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[TEAM NAME]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9167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474720"/>
                <a:gridCol w="597103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C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Technology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C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we chose it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C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Frontend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Next.js, TypeScript, Tailwind CSS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High-performance enterprise dashboard with 8px rhythm and tabular figures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3.11, FastAPI, Pydantic v2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Sub-millisecond async REST API and real-time Server-Sent Events (SSE) streaming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Database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PostgreSQL, SQLAlchemy, JSON Store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Immutable audit logs, serialized inspection records, and shift telemetry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/ CV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PyTorch, ONNX Runtime, OpenCV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PatchCore memory banks, 40ms CPU inference, MVTec AD benchmark dataset*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Hosting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Compose, Nginx Reverse Proxy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One-command production deployment, isolated networking, and edge gateway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Git, pytest, GitHub Actions, Alembic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Deterministic regression testing, CI/CD validation, and schema migrations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48640" y="585216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*Dataset Credit: MVTec AD (MVTec Software GmbH) used under non-commercial research licence. Covers transistor and metal_nut inspection categories.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112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ATMIYA UNIVERSITY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112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RAJKOT, GUJARAT (INDIA)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961120" y="3657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RIT   |   ADSC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1091672" cy="0"/>
          </a:xfrm>
          <a:prstGeom prst="line">
            <a:avLst/>
          </a:prstGeom>
          <a:noFill/>
          <a:ln w="25400">
            <a:solidFill>
              <a:srgbClr val="C628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INSIDE THE MINT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2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PROGRESS / WORK DONE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Carnival 3.0 · ADSC, Atmiya University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0" y="6400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[TEAM NAME]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3474720" cy="42062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1945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2697480"/>
            <a:ext cx="30175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11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industrial failure modes scoped and mapped to rules
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11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3-layer architecture &amp; 4-state verdict designed
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11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profiles for transistor &amp; metal_nut created
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11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 specification &amp; REST/SSE API contract defined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297680" y="1965960"/>
            <a:ext cx="3474720" cy="42062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21945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26280" y="2697480"/>
            <a:ext cx="30175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11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PatchCore memory bank training &amp; tuning on MVTec AD
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11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6-page dashboard &amp; conveyor simulation build
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11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for quality gate, decision logic, and CUSUM
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11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multi-container deployment packaging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046720" y="1965960"/>
            <a:ext cx="3593592" cy="4206240"/>
          </a:xfrm>
          <a:prstGeom prst="roundRect">
            <a:avLst>
              <a:gd name="adj" fmla="val 2036"/>
            </a:avLst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75320" y="21945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2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PREVIEW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75320" y="2606040"/>
            <a:ext cx="3136392" cy="3108960"/>
          </a:xfrm>
          <a:prstGeom prst="roundRect">
            <a:avLst>
              <a:gd name="adj" fmla="val 176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75320" y="2606040"/>
            <a:ext cx="3136392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0" y="267004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QualityIQ · Live Production View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412480" y="3154680"/>
            <a:ext cx="13716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58200" y="320040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803D"/>
                </a:solidFill>
              </a:rPr>
              <a:t>First-Pass Yield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5803D"/>
                </a:solidFill>
              </a:rPr>
              <a:t>96.2%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9921240" y="3154680"/>
            <a:ext cx="13716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66960" y="320040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</a:rPr>
              <a:t>In-Line Latency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</a:rPr>
              <a:t>41.5 ms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8412480" y="3931920"/>
            <a:ext cx="2880360" cy="1188720"/>
          </a:xfrm>
          <a:prstGeom prst="rect">
            <a:avLst/>
          </a:prstGeom>
          <a:solidFill>
            <a:srgbClr val="090D16"/>
          </a:solidFill>
          <a:ln/>
        </p:spPr>
      </p:sp>
      <p:sp>
        <p:nvSpPr>
          <p:cNvPr id="25" name="Text 23"/>
          <p:cNvSpPr/>
          <p:nvPr/>
        </p:nvSpPr>
        <p:spPr>
          <a:xfrm>
            <a:off x="8412480" y="42976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CAM-01 TELECENTRIC INGESTION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[Heatmap: Defect Bounding Box]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412480" y="5257800"/>
            <a:ext cx="2880360" cy="32004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0" y="5303520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C2626"/>
                </a:solidFill>
              </a:rPr>
              <a:t>VERDICT: REJECT (Bent Lead in Z1)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275320" y="5806440"/>
            <a:ext cx="3136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</a:rPr>
              <a:t>Design mock-up (live build in progress)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112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ATMIYA UNIVERSITY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112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RAJKOT, GUJARAT (INDIA)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961120" y="3657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RIT   |   ADSC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1091672" cy="0"/>
          </a:xfrm>
          <a:prstGeom prst="line">
            <a:avLst/>
          </a:prstGeom>
          <a:noFill/>
          <a:ln w="25400">
            <a:solidFill>
              <a:srgbClr val="C628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THE GETAWAY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2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PLAN / NEXT STEPS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Carnival 3.0 · ADSC, Atmiya University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0" y="6400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[TEAM NAME]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3474720" cy="42062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1488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24231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2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DURING THE HACKATHON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2926080"/>
            <a:ext cx="30175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800" dirty="0">
                <a:solidFill>
                  <a:srgbClr val="11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PatchCore memory banks on transistor and metal_nut
</a:t>
            </a:r>
            <a:endParaRPr lang="en-US" sz="18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800" dirty="0">
                <a:solidFill>
                  <a:srgbClr val="11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full interactive 6-page dashboard with fault injection
</a:t>
            </a:r>
            <a:endParaRPr lang="en-US" sz="18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800" dirty="0">
                <a:solidFill>
                  <a:srgbClr val="11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test suite and verify end-to-end Docker Compose stack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297680" y="1965960"/>
            <a:ext cx="3474720" cy="42062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21488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26280" y="24231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2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AFTER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26280" y="2926080"/>
            <a:ext cx="30175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800" dirty="0">
                <a:solidFill>
                  <a:srgbClr val="11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testing with real factory conveyor image streams
</a:t>
            </a:r>
            <a:endParaRPr lang="en-US" sz="18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800" dirty="0">
                <a:solidFill>
                  <a:srgbClr val="11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product catalog to cable, zipper, and food packaging
</a:t>
            </a:r>
            <a:endParaRPr lang="en-US" sz="18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800" dirty="0">
                <a:solidFill>
                  <a:srgbClr val="11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hardware integration with Basler GigE cameras and PLCs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046720" y="1965960"/>
            <a:ext cx="3474720" cy="42062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21488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75320" y="24231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2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VISION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75320" y="2926080"/>
            <a:ext cx="30175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800" dirty="0">
                <a:solidFill>
                  <a:srgbClr val="11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Multi-plant telemetry synchronization and federated learning
</a:t>
            </a:r>
            <a:endParaRPr lang="en-US" sz="18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800" dirty="0">
                <a:solidFill>
                  <a:srgbClr val="11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active learning from operator review overrides
</a:t>
            </a:r>
            <a:endParaRPr lang="en-US" sz="18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800" dirty="0">
                <a:solidFill>
                  <a:srgbClr val="11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and per-inspection-line licensing model for Tier-1 suppliers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2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ATMIYA UNIVERSITY · RAJKOT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961120" y="320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53935"/>
                </a:solidFill>
              </a:rPr>
              <a:t>RIT  |  ADSC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1091672" cy="0"/>
          </a:xfrm>
          <a:prstGeom prst="line">
            <a:avLst/>
          </a:prstGeom>
          <a:noFill/>
          <a:ln w="25400">
            <a:solidFill>
              <a:srgbClr val="C628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601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935"/>
                </a:solidFill>
              </a:rPr>
              <a:t>08 · THE VAULT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GITHUB REPOSITORY LINK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11091672" cy="1005840"/>
          </a:xfrm>
          <a:prstGeom prst="roundRect">
            <a:avLst>
              <a:gd name="adj" fmla="val 7273"/>
            </a:avLst>
          </a:prstGeom>
          <a:solidFill>
            <a:srgbClr val="1A1C20"/>
          </a:solidFill>
          <a:ln w="19050">
            <a:solidFill>
              <a:srgbClr val="E539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2402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https://github.com/[username]/[repository]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1A1C20"/>
          </a:solidFill>
          <a:ln w="12700">
            <a:solidFill>
              <a:srgbClr val="2A2D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5204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3935"/>
                </a:solidFill>
              </a:rPr>
              <a:t>PUBLIC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397764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0D0D0"/>
                </a:solidFill>
              </a:rPr>
              <a:t>Repository visibility is set to public with complete open-source reproduction steps.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74136" y="324612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1A1C20"/>
          </a:solidFill>
          <a:ln w="12700">
            <a:solidFill>
              <a:srgbClr val="2A2D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02736" y="35204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3935"/>
                </a:solidFill>
              </a:rPr>
              <a:t>README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02736" y="397764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0D0D0"/>
                </a:solidFill>
              </a:rPr>
              <a:t>Covers setup steps, 15 failure modes, system architecture, decision rules, and team.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99632" y="324612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1A1C20"/>
          </a:solidFill>
          <a:ln w="12700">
            <a:solidFill>
              <a:srgbClr val="2A2D3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8232" y="35204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3935"/>
                </a:solidFill>
              </a:rPr>
              <a:t>COMMITS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28232" y="397764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0D0D0"/>
                </a:solidFill>
              </a:rPr>
              <a:t>Regular commits, pull requests, and verified contributions from every team member.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025128" y="324612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1A1C20"/>
          </a:solidFill>
          <a:ln w="12700">
            <a:solidFill>
              <a:srgbClr val="2A2D3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53728" y="35204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3935"/>
                </a:solidFill>
              </a:rPr>
              <a:t>DEMO (OPTIONAL)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253728" y="397764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0D0D0"/>
                </a:solidFill>
              </a:rPr>
              <a:t>[Live link or demo video link]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Code Carnival 3.0 · ADSC, Atmiya University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144000" y="6400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53935"/>
                </a:solidFill>
              </a:rPr>
              <a:t>[TEAM NAME]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Atmiya University - ADSC Code Carnival 3.0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QualityIQ - Idea Submission Presentation</dc:title>
  <dc:subject>PptxGenJS Presentation</dc:subject>
  <dc:creator>QualityIQ Team</dc:creator>
  <cp:lastModifiedBy>QualityIQ Team</cp:lastModifiedBy>
  <cp:revision>1</cp:revision>
  <dcterms:created xsi:type="dcterms:W3CDTF">2026-10-09T11:29:37Z</dcterms:created>
  <dcterms:modified xsi:type="dcterms:W3CDTF">2026-10-09T11:29:37Z</dcterms:modified>
</cp:coreProperties>
</file>